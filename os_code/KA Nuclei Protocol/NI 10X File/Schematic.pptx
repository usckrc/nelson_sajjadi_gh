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10" d="100"/>
          <a:sy n="110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08AE7-1761-47E9-CE29-41E5B9786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4D570-6C92-83B0-6529-0A8F96898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ED502-8344-9173-1388-CDBB50D6A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C586-09D3-4C5B-AF40-7A39EFD1011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7A0A9-172D-38D9-2E10-95233AECF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43CE0-7C51-BE9E-D5BE-50695939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5354-95EE-4A0B-9237-F5ED5828B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10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E55A2-8AA1-96DD-CD75-582BB6AFA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EFAC0-C5FE-E3CC-F93C-925BF6486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E79F7-E3A3-E328-D0F5-ECD7B4B22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C586-09D3-4C5B-AF40-7A39EFD1011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A04A5-BD03-09BC-3CC6-578E49060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D341F-CAC8-55ED-2336-AAA03CE1B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5354-95EE-4A0B-9237-F5ED5828B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81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4B5C-249B-3D77-1836-04C2CD9A8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20E4F-A3B9-9D78-E4F6-BAAF27DB2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D0384-49D5-F078-91B1-B43F4F3F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C586-09D3-4C5B-AF40-7A39EFD1011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CE591-B88E-AEC0-CCF6-35F31E0EB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F26DB-5790-367D-BF5F-6C6370D8B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5354-95EE-4A0B-9237-F5ED5828B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28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4C7B-5757-EAA1-4D3C-6DFDB88A0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E5829-AE15-ECE6-DDF0-70E947D02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58ED95-4827-B33D-E99E-1CB5963FC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292C4-8C58-7841-FAF8-B01F2A39B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C586-09D3-4C5B-AF40-7A39EFD1011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60A5E-DCCB-FA6B-5863-E528D2414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2FBD8-B190-9856-B724-237CE339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5354-95EE-4A0B-9237-F5ED5828B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589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828D-6AED-0C41-9E84-9F8835C3B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39FDC-0BDF-4709-FC31-3FF35318E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50903-385C-C36F-D138-C473A2D07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47AEC-4AC7-44BF-3915-1B7B6EA23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ECB783-0688-50B0-91B2-2589133F7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D31018-8CBB-EC5E-89A4-EF04DE211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C586-09D3-4C5B-AF40-7A39EFD1011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DDBE66-7154-03F9-33BF-EE34F0DC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CC3D41-AC52-1886-F836-B343D155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5354-95EE-4A0B-9237-F5ED5828B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60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5062-CF07-D533-3DBF-134E5E10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A7458A-2147-3CEB-22C8-5957D40C6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C586-09D3-4C5B-AF40-7A39EFD1011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242A3-2131-39F3-D06A-993E3E714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6C44D-F833-D23C-E5FF-C14F9B29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5354-95EE-4A0B-9237-F5ED5828B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68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B16FB4-C995-1A25-0B03-83EFC24B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C586-09D3-4C5B-AF40-7A39EFD1011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26BCC4-8798-E286-F1B3-F349A59DD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0DE9D-1CF1-6F3F-DC6A-23F1D237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5354-95EE-4A0B-9237-F5ED5828B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44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A71D8-CDA9-9751-A52D-6542E0133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E445-9DB3-AC49-8EC0-12981CE03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F9FC9-5C9F-77E8-1B5A-3969CED21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01929-28DE-9377-60D0-D20E9E087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C586-09D3-4C5B-AF40-7A39EFD1011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24D20-E24B-8895-D347-66D884A37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49E9E-42FA-55B6-5CB4-A5EF061EE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5354-95EE-4A0B-9237-F5ED5828B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00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424AB-49E6-813E-31CD-50C720A32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66A1CC-90F2-4328-88BB-F5636C203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FDDA2-C326-E211-B9D7-F25D14BBF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91740-259F-44AA-9DD7-E0EF1CC18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C586-09D3-4C5B-AF40-7A39EFD1011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83771-25D0-8AE3-5CA2-67E055E5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B4AB5-6120-1C0D-05FE-CB6CE5A6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5354-95EE-4A0B-9237-F5ED5828B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58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CEB1C-38EE-35BA-EDCC-E406803A4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F2D274-F521-B6FD-7FE7-2E3CA63C7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5537E-A7EC-0AED-920C-937AA7F42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C586-09D3-4C5B-AF40-7A39EFD1011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A9FF0-0D5C-8561-68FD-D421D2B73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E3D0C-D191-C6D1-EBD2-8665BA4F1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5354-95EE-4A0B-9237-F5ED5828B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44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36BB2-9838-D520-7516-213ADBD3FD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A4C11-AB68-16C4-1D42-6EDC848E4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A9EFD-5C6C-4A93-18D8-8061BF9E9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C586-09D3-4C5B-AF40-7A39EFD1011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639DB-836E-0C1F-8304-4FA55BED3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63D8C-B337-DE9A-81DF-E1788773A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5354-95EE-4A0B-9237-F5ED5828B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658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8E0FCB-6DCF-CED6-7EE4-A26CDCFA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A3C5A-8A27-0B8D-A6F5-4C3C0900F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2ED8D-DCCD-98F8-7158-D1BFC8D26C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B2C586-09D3-4C5B-AF40-7A39EFD1011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D7DA1-8144-2228-B9B5-7FC868DE9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C7CC4-474C-180C-1A56-A9512DDE3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DD5354-95EE-4A0B-9237-F5ED5828B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33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2FB90C-2C02-4221-C91E-B3D5CDE7A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071" y="0"/>
            <a:ext cx="691785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79CE25-CA60-DB64-1F40-97328C5D802B}"/>
              </a:ext>
            </a:extLst>
          </p:cNvPr>
          <p:cNvSpPr txBox="1"/>
          <p:nvPr/>
        </p:nvSpPr>
        <p:spPr>
          <a:xfrm>
            <a:off x="5073445" y="1600363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100µL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924C11-05DE-0F9F-196A-2B7F3971A428}"/>
              </a:ext>
            </a:extLst>
          </p:cNvPr>
          <p:cNvSpPr txBox="1"/>
          <p:nvPr/>
        </p:nvSpPr>
        <p:spPr>
          <a:xfrm>
            <a:off x="3311261" y="1733266"/>
            <a:ext cx="15247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5 Assembloids 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flash-frozen in 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dissociation tube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B6C335-02DD-EABF-D4F8-80CD0D3F76A3}"/>
              </a:ext>
            </a:extLst>
          </p:cNvPr>
          <p:cNvSpPr txBox="1"/>
          <p:nvPr/>
        </p:nvSpPr>
        <p:spPr>
          <a:xfrm>
            <a:off x="6448227" y="1646530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100µL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F8D806-79CE-E175-E77D-29CC98F0E81D}"/>
              </a:ext>
            </a:extLst>
          </p:cNvPr>
          <p:cNvCxnSpPr/>
          <p:nvPr/>
        </p:nvCxnSpPr>
        <p:spPr>
          <a:xfrm>
            <a:off x="5004619" y="1445342"/>
            <a:ext cx="40010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4BC851A-C09B-0333-D7EB-BBFF28904223}"/>
              </a:ext>
            </a:extLst>
          </p:cNvPr>
          <p:cNvSpPr txBox="1"/>
          <p:nvPr/>
        </p:nvSpPr>
        <p:spPr>
          <a:xfrm>
            <a:off x="5780183" y="396273"/>
            <a:ext cx="8854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5 Twists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90B7AC1-48B3-8F00-1F24-2E33C4842DC6}"/>
              </a:ext>
            </a:extLst>
          </p:cNvPr>
          <p:cNvCxnSpPr/>
          <p:nvPr/>
        </p:nvCxnSpPr>
        <p:spPr>
          <a:xfrm>
            <a:off x="6448227" y="1445342"/>
            <a:ext cx="40010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324E66-798B-09E2-41A0-0D469FEB6C0F}"/>
              </a:ext>
            </a:extLst>
          </p:cNvPr>
          <p:cNvCxnSpPr>
            <a:cxnSpLocks/>
          </p:cNvCxnSpPr>
          <p:nvPr/>
        </p:nvCxnSpPr>
        <p:spPr>
          <a:xfrm>
            <a:off x="7268766" y="1171277"/>
            <a:ext cx="1288033" cy="1796713"/>
          </a:xfrm>
          <a:prstGeom prst="line">
            <a:avLst/>
          </a:prstGeom>
          <a:ln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5D1CC0-7879-5F66-9E34-4686E6850E41}"/>
              </a:ext>
            </a:extLst>
          </p:cNvPr>
          <p:cNvCxnSpPr>
            <a:cxnSpLocks/>
          </p:cNvCxnSpPr>
          <p:nvPr/>
        </p:nvCxnSpPr>
        <p:spPr>
          <a:xfrm flipV="1">
            <a:off x="7502530" y="743834"/>
            <a:ext cx="1559787" cy="10801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29D9EED-82A9-5FFA-41C7-FB76233BCAA0}"/>
              </a:ext>
            </a:extLst>
          </p:cNvPr>
          <p:cNvCxnSpPr>
            <a:cxnSpLocks/>
          </p:cNvCxnSpPr>
          <p:nvPr/>
        </p:nvCxnSpPr>
        <p:spPr>
          <a:xfrm flipH="1" flipV="1">
            <a:off x="7543122" y="743834"/>
            <a:ext cx="1689836" cy="10801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3FC8E79-0647-0ABD-E7BF-CA030A261656}"/>
              </a:ext>
            </a:extLst>
          </p:cNvPr>
          <p:cNvSpPr/>
          <p:nvPr/>
        </p:nvSpPr>
        <p:spPr>
          <a:xfrm>
            <a:off x="8727440" y="1863010"/>
            <a:ext cx="662704" cy="726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8FE392-3175-DD26-1D76-7071FB270D0D}"/>
              </a:ext>
            </a:extLst>
          </p:cNvPr>
          <p:cNvSpPr txBox="1"/>
          <p:nvPr/>
        </p:nvSpPr>
        <p:spPr>
          <a:xfrm>
            <a:off x="8169521" y="1941849"/>
            <a:ext cx="1375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Transfer solution </a:t>
            </a:r>
          </a:p>
          <a:p>
            <a:r>
              <a:rPr lang="en-US" sz="1200" dirty="0">
                <a:solidFill>
                  <a:srgbClr val="FF0000"/>
                </a:solidFill>
              </a:rPr>
              <a:t>to a round bottom</a:t>
            </a:r>
          </a:p>
          <a:p>
            <a:r>
              <a:rPr lang="en-US" sz="1200" b="1" u="sng" dirty="0">
                <a:solidFill>
                  <a:srgbClr val="FF0000"/>
                </a:solidFill>
              </a:rPr>
              <a:t>FACS tube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6B2AA1-197E-9DA1-CDC4-2C332A106C41}"/>
              </a:ext>
            </a:extLst>
          </p:cNvPr>
          <p:cNvSpPr txBox="1"/>
          <p:nvPr/>
        </p:nvSpPr>
        <p:spPr>
          <a:xfrm>
            <a:off x="6804537" y="3695792"/>
            <a:ext cx="1854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Swinging Bucket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Centrifuge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296A43-0474-3B10-2ED4-1704DD379788}"/>
              </a:ext>
            </a:extLst>
          </p:cNvPr>
          <p:cNvCxnSpPr/>
          <p:nvPr/>
        </p:nvCxnSpPr>
        <p:spPr>
          <a:xfrm>
            <a:off x="3530543" y="3335102"/>
            <a:ext cx="40010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E1CBFB2-8DD3-9D45-47D6-D72CA39D0232}"/>
              </a:ext>
            </a:extLst>
          </p:cNvPr>
          <p:cNvSpPr txBox="1"/>
          <p:nvPr/>
        </p:nvSpPr>
        <p:spPr>
          <a:xfrm>
            <a:off x="3501340" y="3608463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500µL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2BD11C-10D0-9C4C-0D33-97B4B82B23D1}"/>
              </a:ext>
            </a:extLst>
          </p:cNvPr>
          <p:cNvSpPr txBox="1"/>
          <p:nvPr/>
        </p:nvSpPr>
        <p:spPr>
          <a:xfrm>
            <a:off x="4979964" y="5498223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100µL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9A42A3-6731-F186-992D-2C1EE719E91C}"/>
              </a:ext>
            </a:extLst>
          </p:cNvPr>
          <p:cNvSpPr txBox="1"/>
          <p:nvPr/>
        </p:nvSpPr>
        <p:spPr>
          <a:xfrm>
            <a:off x="6400304" y="5498223"/>
            <a:ext cx="21162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2µL Sample + 18µL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Trypan Blue</a:t>
            </a:r>
          </a:p>
        </p:txBody>
      </p:sp>
    </p:spTree>
    <p:extLst>
      <p:ext uri="{BB962C8B-B14F-4D97-AF65-F5344CB8AC3E}">
        <p14:creationId xmlns:p14="http://schemas.microsoft.com/office/powerpoint/2010/main" val="439454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29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Nelson</dc:creator>
  <cp:lastModifiedBy>Jonathan Nelson</cp:lastModifiedBy>
  <cp:revision>2</cp:revision>
  <dcterms:created xsi:type="dcterms:W3CDTF">2025-11-27T01:04:29Z</dcterms:created>
  <dcterms:modified xsi:type="dcterms:W3CDTF">2025-11-27T02:20:07Z</dcterms:modified>
</cp:coreProperties>
</file>